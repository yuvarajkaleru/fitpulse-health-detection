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5" r:id="rId9"/>
    <p:sldId id="264" r:id="rId10"/>
    <p:sldId id="261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CA86-9847-22B5-04E1-F20ECDBA1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53B9D-417E-15E5-C1CE-BA2C28B30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E9E1F-E024-90D2-E36F-400DFF7D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58AA-D5F9-F67F-5A43-5170990D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032E7-D955-73FB-7D06-7797C670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4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BEAE-DA41-BB41-06FC-5B2E34E0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4C20F-A1D9-159D-5655-D6D56F2E0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4C3B6-B96E-6C5B-9650-5C5EE4D2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7C6F-180C-0AE6-B345-DEFD2E38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51986-0E49-127F-CB30-4E820F31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12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6C25-BA39-C486-50DB-76C4CA04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85BF7-AC71-252C-0B59-AC3F6F004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01EC3-8C24-FB24-50C3-75CA697B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3C53C-514E-F17E-7BA9-6AF9F7BF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E693C-852C-172A-36F0-BFD3A195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2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C0C6-2B87-3D41-1C15-83CC55F21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7221-D511-39C1-AD76-85C2DAF48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FA1D1-4B6B-6550-955E-AB6C43EDC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21E7C-999E-86EB-663C-335A4785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C29B9-8723-B88A-A8E1-CC927413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F9B0C-3441-4801-1D76-138AF9DD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9954-5389-ABBD-D291-FAD71EA1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6140C-0185-F404-1FCA-F9DDD2265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9AB40-A0C8-9DB2-70EA-8FB391C02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EC01B-E23A-7A3A-22C0-3F6CFE273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F8C01-F1AA-6FE1-0B55-5CC0EFB82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6F61A-CCCF-03AB-AB49-5AFFF6EB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AFEBB-A5B0-A1E4-E7B5-0600B0A4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24437-A055-12E9-ED0E-51E9F4DD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80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79DD-37AE-28B1-2024-43D35244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F717A-71D1-1231-C0B8-2CEADA18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0B393-DBEC-2BC7-9344-7B48DDEF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EE799-140C-D77F-D0E5-C6422AF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4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0DA42-C2B0-43B5-2C4D-894EAC388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DB062-55B5-4C05-468F-CCBD19B5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F100C-AD87-17C2-374B-7E6E3FE8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FDB3-D0AB-A71E-92BE-A712A991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A8CB-D9EB-7362-D3B9-1A8A9B358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2CD2D-FD20-EE78-6715-B1FCC8205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9B7C9-CF25-9910-D39A-74807DAA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CDA53-B25F-6DAB-3D50-6B92CC47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FF338-9CFE-C8CF-914A-9E7A333E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1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E43E-31C6-8C6A-B8BF-5F5BC346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DF2D8-88E4-B185-A0AB-B4A54BFDF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FAA7B-5EFA-FE80-5A66-DAA8331CA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281CD-3761-584B-47BF-82CD6384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D6873-0F40-6693-C776-3939293A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3DFD0-9CD7-B329-C166-F3D30BC3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5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9DDF-F3A5-A3E2-570D-34E9918A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9952F-BD24-F6E6-A764-8508A0A2C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6F004-9B52-6796-11CE-50A61C34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4E14B-F16F-B438-2C4A-6F5E7328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D3C03-10B4-F0D4-207D-77CE1472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B3CC87-895C-4DEC-6771-3B9F38D36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691A3-05AB-0A0A-A152-516EBBB53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0BD7D-A693-86D9-9A9B-77612BDE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ADB39-765F-9021-C957-8F91B782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FB927-7C19-10D3-F1DE-32793A30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56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4665D-A1EE-C335-11AD-3BF01BDD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B4AA6-1F66-E80E-3BFC-C3AAF368F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14964-0352-7DE3-7899-46C22E12A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6EF21-5BAC-45C0-A407-0A0EF6524B8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615B3-7211-DDEC-F0B4-F946BA61A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43AD3-0ED6-BD32-D707-EF4990F68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A982D-C6EA-403D-B4DF-10301043F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2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C51E-007C-A8A8-F966-69694B123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327275"/>
            <a:ext cx="8839199" cy="220345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443728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Fit Pulse </a:t>
            </a:r>
            <a:r>
              <a:rPr lang="en-US" b="1" dirty="0">
                <a:solidFill>
                  <a:srgbClr val="443728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– AI-Driven Smartwatch Health Analytics &amp; Anomaly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15340-96F0-4801-6E19-B7EC8AB4C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3138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wellness monitoring powered by data cleaning, anomaly detection, and real-time insights.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73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161-06F5-BC9B-8ECC-FA46CD22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2: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98DD-FD9C-03E4-C62B-41462EBB7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Extract statistical &amp; temporal features from fitness data</a:t>
            </a:r>
          </a:p>
          <a:p>
            <a:r>
              <a:rPr lang="en-US" dirty="0"/>
              <a:t>Forecast future values for heart rate, sleep duration, and steps</a:t>
            </a:r>
          </a:p>
          <a:p>
            <a:r>
              <a:rPr lang="en-US" dirty="0"/>
              <a:t>Integrate with Milestone 1 preprocessing pipeline for end-to-end processing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82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C6A8F-DA21-E785-0904-5C69309B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2A5A-3A56-57A5-D68D-FA747A6D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70D7E-5303-142C-7EF8-6C08117C7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Why Feature Extraction?</a:t>
            </a:r>
            <a:endParaRPr lang="en-US" dirty="0"/>
          </a:p>
          <a:p>
            <a:r>
              <a:rPr lang="en-US" dirty="0"/>
              <a:t>Converts raw time-series sensor data into measurable insights</a:t>
            </a:r>
          </a:p>
          <a:p>
            <a:r>
              <a:rPr lang="en-US" dirty="0"/>
              <a:t>Helps identify trends, anomalies, and </a:t>
            </a:r>
            <a:r>
              <a:rPr lang="en-US" dirty="0" err="1"/>
              <a:t>behavioural</a:t>
            </a:r>
            <a:r>
              <a:rPr lang="en-US" dirty="0"/>
              <a:t> patterns</a:t>
            </a:r>
          </a:p>
          <a:p>
            <a:r>
              <a:rPr lang="en-US" dirty="0"/>
              <a:t>Enables more accurate forecasting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Mean, maximum, variance, rolling averages, trend slope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New Terms:</a:t>
            </a:r>
            <a:endParaRPr lang="en-US" dirty="0"/>
          </a:p>
          <a:p>
            <a:r>
              <a:rPr lang="en-US" b="1" dirty="0"/>
              <a:t>Feature Extraction:</a:t>
            </a:r>
            <a:r>
              <a:rPr lang="en-US" dirty="0"/>
              <a:t> Converting raw signals into meaningful metrics</a:t>
            </a:r>
          </a:p>
          <a:p>
            <a:r>
              <a:rPr lang="en-US" b="1" dirty="0"/>
              <a:t>Time-Series Features:</a:t>
            </a:r>
            <a:r>
              <a:rPr lang="en-US" dirty="0"/>
              <a:t> Numerical indicators summarizing temporal </a:t>
            </a:r>
            <a:r>
              <a:rPr lang="en-US" dirty="0" err="1"/>
              <a:t>behaviour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5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BFC01-6B19-668F-D50D-E9020A9F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718C-E12B-74A8-EB93-56C487D5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Milestone-2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8EAAE-B82A-B60A-4736-47EA9D012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Milestone-2 contains three forecasting tasks using Prophet: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Task 1:</a:t>
            </a:r>
            <a:r>
              <a:rPr lang="en-US" dirty="0"/>
              <a:t> Forecast Heart Rate</a:t>
            </a:r>
          </a:p>
          <a:p>
            <a:r>
              <a:rPr lang="en-US" b="1" dirty="0"/>
              <a:t>Task 2:</a:t>
            </a:r>
            <a:r>
              <a:rPr lang="en-US" dirty="0"/>
              <a:t> Sleep Duration Forecasting with Weekly Seasonality</a:t>
            </a:r>
          </a:p>
          <a:p>
            <a:r>
              <a:rPr lang="en-US" b="1" dirty="0"/>
              <a:t>Task 3:</a:t>
            </a:r>
            <a:r>
              <a:rPr lang="en-US" dirty="0"/>
              <a:t> Step Count Forecasting with Events &amp; Holidays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task uses synthetic daily fitness data to demonstrate trend modelling, seasonality understanding, and event-based forecasting.</a:t>
            </a:r>
          </a:p>
        </p:txBody>
      </p:sp>
    </p:spTree>
    <p:extLst>
      <p:ext uri="{BB962C8B-B14F-4D97-AF65-F5344CB8AC3E}">
        <p14:creationId xmlns:p14="http://schemas.microsoft.com/office/powerpoint/2010/main" val="203711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A527A-70EB-E918-1AAB-59973FE6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8667-7748-CD57-A452-4893583E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Heart Rate Forecasting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A7B5-A1B5-092D-B711-F479EB4D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8"/>
            <a:ext cx="10515600" cy="464991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endParaRPr lang="en-US" dirty="0"/>
          </a:p>
          <a:p>
            <a:r>
              <a:rPr lang="en-US" dirty="0"/>
              <a:t>Train on 60 days of data</a:t>
            </a:r>
          </a:p>
          <a:p>
            <a:r>
              <a:rPr lang="en-US" dirty="0"/>
              <a:t>Forecast next 14 days</a:t>
            </a:r>
          </a:p>
          <a:p>
            <a:r>
              <a:rPr lang="en-US" dirty="0"/>
              <a:t>Evaluate accuracy using MAE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Prophet model with trend + small weekly pattern</a:t>
            </a:r>
          </a:p>
          <a:p>
            <a:r>
              <a:rPr lang="en-US" dirty="0"/>
              <a:t>Compare forecast vs. actual test data</a:t>
            </a:r>
          </a:p>
          <a:p>
            <a:r>
              <a:rPr lang="en-US" dirty="0"/>
              <a:t>Extract Day-67 forecast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Outputs to show:</a:t>
            </a:r>
            <a:endParaRPr lang="en-US" dirty="0"/>
          </a:p>
          <a:p>
            <a:r>
              <a:rPr lang="en-US" dirty="0"/>
              <a:t>Plot: train + test + forecast + confidence interval</a:t>
            </a:r>
          </a:p>
          <a:p>
            <a:r>
              <a:rPr lang="en-US" dirty="0"/>
              <a:t>MAE score</a:t>
            </a:r>
          </a:p>
          <a:p>
            <a:r>
              <a:rPr lang="en-US" dirty="0"/>
              <a:t>Day-67 predicted HR</a:t>
            </a:r>
          </a:p>
        </p:txBody>
      </p:sp>
    </p:spTree>
    <p:extLst>
      <p:ext uri="{BB962C8B-B14F-4D97-AF65-F5344CB8AC3E}">
        <p14:creationId xmlns:p14="http://schemas.microsoft.com/office/powerpoint/2010/main" val="271352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3F2C-EBAF-7EEC-E0E6-37BD2FC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D789A38C-7FA3-AA89-4E4A-D8B53924C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09" y="293188"/>
            <a:ext cx="11918582" cy="627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95B80-D1BA-953C-9F7D-C98F0167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2301-C090-436D-050C-E1DD711A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Sleep Duration Forecasting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69786-308C-50E9-B48E-304112428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39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endParaRPr lang="en-US" dirty="0"/>
          </a:p>
          <a:p>
            <a:r>
              <a:rPr lang="en-US" dirty="0"/>
              <a:t>Model 90 days of sleep data</a:t>
            </a:r>
          </a:p>
          <a:p>
            <a:r>
              <a:rPr lang="en-US" dirty="0"/>
              <a:t>Identify weekly seasonality (weekday vs weekend sleep)</a:t>
            </a:r>
          </a:p>
          <a:p>
            <a:r>
              <a:rPr lang="en-US" dirty="0"/>
              <a:t>Forecast next 7 days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Enable Prophet’s </a:t>
            </a:r>
            <a:r>
              <a:rPr lang="en-US" i="1" dirty="0"/>
              <a:t>weekly seasonality</a:t>
            </a:r>
            <a:endParaRPr lang="en-US" dirty="0"/>
          </a:p>
          <a:p>
            <a:r>
              <a:rPr lang="en-US" dirty="0"/>
              <a:t>Analyze trend (increasing, decreasing, flat)</a:t>
            </a:r>
          </a:p>
          <a:p>
            <a:r>
              <a:rPr lang="en-US" dirty="0"/>
              <a:t>Identify best and worst sleep days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Outputs to show:</a:t>
            </a:r>
            <a:endParaRPr lang="en-US" dirty="0"/>
          </a:p>
          <a:p>
            <a:r>
              <a:rPr lang="en-US" dirty="0"/>
              <a:t>Forecast plot</a:t>
            </a:r>
          </a:p>
          <a:p>
            <a:r>
              <a:rPr lang="en-US" dirty="0"/>
              <a:t>Components plot (trend + seasonal)</a:t>
            </a:r>
          </a:p>
          <a:p>
            <a:r>
              <a:rPr lang="en-US" dirty="0"/>
              <a:t>Best &amp; worst sleep days</a:t>
            </a:r>
          </a:p>
        </p:txBody>
      </p:sp>
    </p:spTree>
    <p:extLst>
      <p:ext uri="{BB962C8B-B14F-4D97-AF65-F5344CB8AC3E}">
        <p14:creationId xmlns:p14="http://schemas.microsoft.com/office/powerpoint/2010/main" val="177399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396C8-9D25-B93E-EAAA-98D0A320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13A5-2EF4-87B3-217D-8604DA35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0A1628C-1ECD-42EF-B43F-1100A906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1" y="392165"/>
            <a:ext cx="11528558" cy="607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1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4A2FD-8EF1-FB7D-2E04-07281A83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6D3A-92D7-197E-220F-501F30C8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70" y="1142366"/>
            <a:ext cx="11566937" cy="11399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EBF29E78-B596-3DEA-835D-7AE711458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329184"/>
            <a:ext cx="11484864" cy="634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24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AB717-3FAE-958B-0436-54EC7FC3E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F7BB-6C39-3592-834C-083095CB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Step Count Forecasting with Events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D3D7D-DDEF-BCC2-CC2A-9816D706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464"/>
            <a:ext cx="10515600" cy="475049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endParaRPr lang="en-US" dirty="0"/>
          </a:p>
          <a:p>
            <a:r>
              <a:rPr lang="en-US" dirty="0"/>
              <a:t>Forecast steps for 120 days</a:t>
            </a:r>
          </a:p>
          <a:p>
            <a:r>
              <a:rPr lang="en-US" dirty="0"/>
              <a:t>Understand effects of events like vacation, sickness, marathon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Add holiday/event </a:t>
            </a:r>
            <a:r>
              <a:rPr lang="en-US" dirty="0" err="1"/>
              <a:t>dataframe</a:t>
            </a:r>
            <a:r>
              <a:rPr lang="en-US" dirty="0"/>
              <a:t> in Prophet</a:t>
            </a:r>
          </a:p>
          <a:p>
            <a:r>
              <a:rPr lang="en-US" dirty="0"/>
              <a:t>Train two models:</a:t>
            </a:r>
          </a:p>
          <a:p>
            <a:pPr lvl="1"/>
            <a:r>
              <a:rPr lang="en-US" dirty="0"/>
              <a:t>Without holidays</a:t>
            </a:r>
          </a:p>
          <a:p>
            <a:pPr lvl="1"/>
            <a:r>
              <a:rPr lang="en-US" dirty="0"/>
              <a:t>With holidays</a:t>
            </a:r>
          </a:p>
          <a:p>
            <a:r>
              <a:rPr lang="en-US" dirty="0"/>
              <a:t>Compare predictions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Outputs to show:</a:t>
            </a:r>
            <a:endParaRPr lang="en-US" dirty="0"/>
          </a:p>
          <a:p>
            <a:r>
              <a:rPr lang="en-US" dirty="0"/>
              <a:t>Forecast without holidays</a:t>
            </a:r>
          </a:p>
          <a:p>
            <a:r>
              <a:rPr lang="en-US" dirty="0"/>
              <a:t>Forecast with holidays</a:t>
            </a:r>
          </a:p>
          <a:p>
            <a:r>
              <a:rPr lang="en-US" dirty="0"/>
              <a:t>Event impact comparison (vacation, sick, marathon)</a:t>
            </a:r>
          </a:p>
        </p:txBody>
      </p:sp>
    </p:spTree>
    <p:extLst>
      <p:ext uri="{BB962C8B-B14F-4D97-AF65-F5344CB8AC3E}">
        <p14:creationId xmlns:p14="http://schemas.microsoft.com/office/powerpoint/2010/main" val="175749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D9995-456F-40C9-6CB2-BC07D2EE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28A5-FECD-869C-8A0D-27F3F5F0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873DDB-6450-B961-C07A-8FCD5D070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320327"/>
            <a:ext cx="11704320" cy="621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2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9E2F-C520-C6AE-7B78-D96E163DE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7425" y="2493962"/>
            <a:ext cx="7677150" cy="1870075"/>
          </a:xfrm>
        </p:spPr>
        <p:txBody>
          <a:bodyPr>
            <a:noAutofit/>
          </a:bodyPr>
          <a:lstStyle/>
          <a:p>
            <a:pPr algn="l"/>
            <a:r>
              <a:rPr lang="en-US" sz="1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98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372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Times New Roman</vt:lpstr>
      <vt:lpstr>Office Theme</vt:lpstr>
      <vt:lpstr>Fit Pulse – AI-Driven Smartwatch Health Analytics &amp; Anomaly Detection</vt:lpstr>
      <vt:lpstr>Milestone 2: Objectives</vt:lpstr>
      <vt:lpstr>Importance of Feature Extraction</vt:lpstr>
      <vt:lpstr>Overview of Milestone-2 Tasks</vt:lpstr>
      <vt:lpstr>Task 1: Heart Rate Forecasting</vt:lpstr>
      <vt:lpstr>PowerPoint Presentation</vt:lpstr>
      <vt:lpstr>Task 2: Sleep Duration Forecasting</vt:lpstr>
      <vt:lpstr>PowerPoint Presentation</vt:lpstr>
      <vt:lpstr>PowerPoint Presentation</vt:lpstr>
      <vt:lpstr>Task 3: Step Count Forecasting with Events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Yuvaraj Kaleru</dc:creator>
  <cp:lastModifiedBy>Yuvaraj Kaleru</cp:lastModifiedBy>
  <cp:revision>1</cp:revision>
  <dcterms:created xsi:type="dcterms:W3CDTF">2025-12-09T09:25:19Z</dcterms:created>
  <dcterms:modified xsi:type="dcterms:W3CDTF">2025-12-09T09:45:05Z</dcterms:modified>
</cp:coreProperties>
</file>